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智能体开发平台介绍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解析服务与知识库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一、解析引擎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Docling：PDF 与 Office</a:t>
            </a:r>
          </a:p>
          <a:p>
            <a:r>
              <a:t>MinerU：版面与公式还原</a:t>
            </a:r>
          </a:p>
          <a:p>
            <a:r>
              <a:t>内置解析：Excel 与文本</a:t>
            </a:r>
          </a:p>
        </p:txBody>
      </p:sp>
      <p:pic>
        <p:nvPicPr>
          <p:cNvPr id="4" name="Picture 3" descr="pptx-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2743200" cy="171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